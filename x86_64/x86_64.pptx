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Montserrat"/>
      <p:regular r:id="rId46"/>
      <p:bold r:id="rId47"/>
      <p:italic r:id="rId48"/>
      <p:boldItalic r:id="rId49"/>
    </p:embeddedFont>
    <p:embeddedFont>
      <p:font typeface="Lat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Montserrat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401f0c50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401f0c50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401f0c50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401f0c50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401f0c50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401f0c50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401f0c50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401f0c50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401f0c50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401f0c50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401f0c50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401f0c50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401f0c50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401f0c50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401f0c50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401f0c50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401f0c50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401f0c50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401f0c50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401f0c50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401f0c50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401f0c50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01f0c50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401f0c50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01f0c50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401f0c50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401f0c50d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401f0c50d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401f0c50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401f0c50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401f0c50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401f0c50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401f0c50d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401f0c50d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401f0c50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401f0c50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401f0c50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401f0c50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01f0c50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401f0c50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401f0c50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401f0c50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401f0c50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401f0c50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401f0c50d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401f0c50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401f0c50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401f0c50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401f0c50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6401f0c50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401f0c50d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401f0c50d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401f0c50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401f0c50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401f0c50d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401f0c50d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01f0c50d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401f0c50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401f0c50d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401f0c50d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401f0c50d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401f0c50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401f0c50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401f0c50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01f0c50d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401f0c50d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401f0c50d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6401f0c50d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01f0c50d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401f0c50d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09450" y="1578400"/>
            <a:ext cx="5850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</a:t>
            </a:r>
            <a:r>
              <a:rPr lang="ru"/>
              <a:t>рограммирование 64 битных программ в Linux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Коробейников Глеб Дмитриевич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Разрядность программы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Разрядность программы — это характеристика, которая отражает, для какой архитектуры процессора эта программа скомпилирована, то есть сколько битов данных она может одновременно обрабатывать и адресовать. Проще говоря, разрядность программы показывает, рассчитана ли программа на 32-битную или 64-битную архитектуру процессора.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Это связано с тем, какого размера указатели и целочисленные типы данных использует программа, и как она взаимодействует с памятью. Например, 64-битная программа использует 64-битные указатели и способна адресовать значительно больший объем оперативной памяти по сравнению с 32-битной программой.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</a:t>
            </a:r>
            <a:r>
              <a:rPr lang="ru"/>
              <a:t>дресация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Адресация в 32-битных и 64-битных программах сильно отличается прежде всего из-за размера адресного пространства, то есть размера указателей и объема адресуемой памяти: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32-битной архитектуре размер адреса (указателя) — 32 бита. Это значит, что процессор может адресовать максимально 2^32 уникальных адресов, что соответствует примерно 4 ГБ памяти. Практически из-за различных ограничений ОС и аппаратуры часто доступно около 3-3.5 ГБ. Адреса в 32-битных программах ограничены этим диапазоном, указатели занимают 4 байта.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64-битной архитектуре размер адреса — 64 бита, что позволяет адресовать теоретически 2^64</a:t>
            </a:r>
            <a:r>
              <a:rPr lang="ru" sz="1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байт памяти, то есть порядка 16 эксабайт, что намного превышает реальные потребности и возможности современных систем. Указатели занимают 8 байт, что позволяет работать с гораздо большими объемами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1400175"/>
            <a:ext cx="70770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Замечание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 архитектуре x86_64 на практике используется не полный 64-битный адресный диапазон, а 48-битная виртуальная адресация. Это означает, что адресное пространство ограничено примерно 2^48</a:t>
            </a:r>
            <a:r>
              <a:rPr lang="ru" sz="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адресами, что составляет 256 Терабайт (ТБ) виртуальной памяти для каждого процесса. Это ограничение связано с текущей реализацией процессоров и архитектуры, где фактический размер используемого виртуального адресного пространства меньше теоретического максимума.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Linux для x86_64: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Виртуальное адресное пространство процесса имеет размер 48 бит.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8333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Пользовательское пространство памяти (user-space) занимает область до примерно  </a:t>
            </a:r>
            <a:r>
              <a:rPr lang="ru" sz="1450">
                <a:latin typeface="Times New Roman"/>
                <a:ea typeface="Times New Roman"/>
                <a:cs typeface="Times New Roman"/>
                <a:sym typeface="Times New Roman"/>
              </a:rPr>
              <a:t>2^47</a:t>
            </a:r>
            <a:r>
              <a:rPr lang="ru" sz="1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байт (128 ТБ).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Остальная часть адресного пространства отведена для ядра и других нужд системы.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отражено в выводе системной информации, например, в </a:t>
            </a: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/proc/cpuinfo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 строке </a:t>
            </a: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address sizes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будет указано 48 бит для виртуальных адресов и 39 бит для физических адресов.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пределения разрядности ELF-программы.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Linux для определения разрядности ELF-программы (32-битная или 64-битная) удобно использовать команду file. Эта команда анализирует файл и в выводе указывает разрядность, например.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ответ вы увидите строку, содержащую что-то вроде: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ELF 32-bit LSB executable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программа 32-битная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ELF 64-bit LSB executable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программа 64-битная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175" y="2571750"/>
            <a:ext cx="2965302" cy="3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Определения разрядности ELF-программы.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Помимо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вы можете использовать утилиту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readelf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 ключом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-h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(header) для просмотра заголовка ELF-файла, где в строке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Class: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будет указано: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ELF32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для 32-битных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ELF64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для 64-битных файлов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Например: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775" y="3065350"/>
            <a:ext cx="361950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0: Определения разрядности ELF-программы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Для компиляции 32-битных приложений на 64-битной Linux-системе нужно установить пакет с 32-битными библиотеками разработки, обычно это </a:t>
            </a: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gcc-multilib.</a:t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Используем утилиту file: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269450"/>
            <a:ext cx="41052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065350"/>
            <a:ext cx="3578733" cy="3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0: Определения разрядности ELF-программы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Для компиляции 64-битных приложений на 64-битной Linux-системе достаточно</a:t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Используем утилиту file: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700" y="2043725"/>
            <a:ext cx="36385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700" y="2813475"/>
            <a:ext cx="2608200" cy="4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Определения разрядности ELF-программы используя readelf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4612025" cy="343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Определения разрядности ELF-программы используя readelf</a:t>
            </a: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12" y="1403000"/>
            <a:ext cx="4394875" cy="327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Регистры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1297500" y="1195750"/>
            <a:ext cx="72939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Регистры в 32-битных и 64-битных программах различаются по количеству, ширине и функциям, что напрямую связано с архитектурными особенностями процессоров x86 и x86-64.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Регистры в 32-битных (x86) программах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32-битном режиме процессоров x86 есть восемь универсальных 32-битных регистров общего назначения:</a:t>
            </a:r>
            <a:br>
              <a:rPr lang="ru" sz="1200">
                <a:latin typeface="Roboto"/>
                <a:ea typeface="Roboto"/>
                <a:cs typeface="Roboto"/>
                <a:sym typeface="Roboto"/>
              </a:rPr>
            </a:b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eax, ebx, ecx, edx, esp, ebp, esi, edi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Каждый из них можно использовать для хранения целочисленных значений, указателей, булевых или других данных.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Поддерживаются более мелкие подрегистры: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16-битные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bx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bp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— старшие 16 бит соответствующего 32-битного регистра;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8-битные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bh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т.д.) — младшие и старшие байты тех же 16-битных регистров.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Регистры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esp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ebp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обычно управляют стеком (указатель стека и базовый указатель), 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часто служит счетчиком циклов.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Регистр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часто используется для возвращаемого значения функций.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Регистры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1297500" y="1195750"/>
            <a:ext cx="72939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Регистры в 64-битных (x86-64) программах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x86-64 архитектуре расширено количество и ширина регистров: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Имеется шестнадцать 64-битных регистров общего назначения:</a:t>
            </a:r>
            <a:br>
              <a:rPr lang="ru" sz="1200">
                <a:latin typeface="Roboto"/>
                <a:ea typeface="Roboto"/>
                <a:cs typeface="Roboto"/>
                <a:sym typeface="Roboto"/>
              </a:rPr>
            </a:b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rax, rbx, rcx, rdx, rsp, rbp, rsi, rdi, r8, r9, r10, r11, r12, r13, r14, r15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Старые 32-битные регистры занимают младшие 32 бита этих 64-битных регистров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младшие 32 бита регистра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Расширение числа регистров с 8 до 16 облегчает работу с большим количеством переменных и уменьшает нагрузку на память и стек.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Управление стеком осуществляется через регистры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rsp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(указатель стека)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rbp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(базовый указатель).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архитектуре x86-64 первый шесть целочисленных параметров функции передаются через регистры: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rsi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r8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r9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 Это ускоряет вызовы функций по сравнению с 32-битными, где параметры передавались через стек.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</a:t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75" y="1216500"/>
            <a:ext cx="71437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Соглашение о вызовах (calling convention)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1297500" y="1195750"/>
            <a:ext cx="72939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Передача аргументов через стек (обычно в 32-битных x86)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32-битной архитектуре (x86) по умолчанию аргументы передаются через стек в порядке справа налево.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При вызове функции аргументы «кладутся» в стек так, что первый аргумент оказывается глубже в стеке, а последний — ближе к вершине.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После завершения вызова вызывающая функция обычно очищает стек (например, соглашение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cdecl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Регистр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используется для возврата значений из функции (обычно для целочисленных типов).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Регистр стека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esp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базовый указатель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ebp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служат для управления стеком и локальными переменными.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Из-за передачи через стек вызовы могут быть медленнее по сравнению с регистрами, потому что операции с памятью медленнее, чем с регистрами.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Соглашение о вызовах (calling convention)</a:t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1297500" y="1195750"/>
            <a:ext cx="72939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Передача аргументов через регистры (обычно в 64-битных x86_64)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Linux x86-64 (System V ABI) первые шесть целочисленных аргументов передаются через регистры: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RSI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R8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R9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Передача аргументов через регистры ускоряет вызовы функций, так как доступ к регистрами быстрее, чем к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Аргументы, которые не поместились в регистры, передаются через стек.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Выравнивание стека обычно осуществляется по 16 байтам для соответствия требованиям ABI.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Возврат значений также осуществляется через регистры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</a:t>
            </a:r>
            <a:r>
              <a:rPr lang="ru"/>
              <a:t>Соглашение о вызовах</a:t>
            </a:r>
            <a:endParaRPr/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178272"/>
            <a:ext cx="5289617" cy="35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Соглашение о вызовах</a:t>
            </a:r>
            <a:endParaRPr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Ключевые моменты передачи аргументов в 32-битном коде: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Аргументы последовательно кладутся в стек в обратном порядке — начиная с последнего (w) и заканчивая первым (x).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Инструкция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кладет значения локальных переменных на стек.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После вызова функции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dummy_function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стек очищается инструкцией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add $0x18, %esp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добавляется 24 байта (6 * 4, так как каждый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занимает 4 байта).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dummy_function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нет обработки этих аргументов — функция пустая.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Соглашение о вызовах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97375"/>
            <a:ext cx="5371224" cy="36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Соглашение о вызовах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Ключевые моменты передачи аргументов в 64-битном коде: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Локальные переменные хранятся в стеке относительно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%rbp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Затем значения этих переменных по очереди загружаются в регистры с помощью инструкций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(1-й аргумент) - загружается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%eax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потом копируется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(младшая часть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(2-й аргумент) —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%esi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(3-й) —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(4-й) —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(5-й) —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%edi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а затем копируется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%r8d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(младшая часть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%r8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(6-й) — загружается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%r8d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затем копируется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%r9d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Соглашение о вызовах</a:t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675" y="1390650"/>
            <a:ext cx="71723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Соглашение о вызовах(заставляем вместо cdecl использовать fastcall)</a:t>
            </a:r>
            <a:endParaRPr/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5321400" cy="35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Соглашение о вызовах(заставляем вместо cdecl использовать fastcall)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Переменные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загружаются в регистры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Остальные четыре аргумента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z, u, v, w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передаются через стек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Вызывается функция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dummy_function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После вызова функция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завершает работу.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соответствует схеме fastcall в 32-битном x86, где первые два аргумента передаются через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ecx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edx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остальные — через стек.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Основные типичные ошибки при переходе на 64-битные Linux-программы связаны с неправильным пониманием и использованием размеров типов данных, особенно типов </a:t>
            </a: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указателей, а также с ошибками в адресной арифметике и некорректным применением целочисленных типов для хранения указателей.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1. Размеры стандартных типов в 64-битах (LP64)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64-битной Linux-системе используется модель данных LP64, где: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остаётся 32-битным.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указатели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void*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становятся 64-битными.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Неверное предположение, что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всё ещё 32-битные, ведёт к проблемам.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Например, указатель нельзя хранить в переменной типа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без потери данных.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 (Пример ex4)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488" y="1714500"/>
            <a:ext cx="71723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Использование специальных целочисленных типов для указателей и адресной арифметики</a:t>
            </a:r>
            <a:endParaRPr sz="17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Для безопасной работы с указателями и адресной арифметикой рекомендуется использовать стандартизированные типы из </a:t>
            </a: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&lt;stdint.h&gt;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&lt;stddef.h&gt;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intptr_t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uintptr_t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— знаковый и беззнаковый целочисленные типы, способные вместить указатель.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ptrdiff_t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— знаковый целочисленный тип, результат вычитания двух указателей.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— беззнаковый тип для хранения размеров объектов и результатов </a:t>
            </a:r>
            <a:r>
              <a:rPr lang="ru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 (Пример ex5)</a:t>
            </a:r>
            <a:endParaRPr/>
          </a:p>
        </p:txBody>
      </p:sp>
      <p:pic>
        <p:nvPicPr>
          <p:cNvPr id="307" name="Google Shape;3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438275"/>
            <a:ext cx="717232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3. Адресная арифметика и операции сдвига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выражениях сдвига битов надо использовать типы, соответствующие размерам данных.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Например, сдвиг на большее число бит, чем размер типа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сдвигается на 32 и больше в 64-битной системе), может привести к неправильному результату.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Для битовых операций над указателями или большими числами правильнее использовать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uintptr_t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 (ex6)</a:t>
            </a:r>
            <a:endParaRPr/>
          </a:p>
        </p:txBody>
      </p:sp>
      <p:sp>
        <p:nvSpPr>
          <p:cNvPr id="319" name="Google Shape;319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Объяснение: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При сдвиге нужно использовать тип с достаточной шириной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uint64_t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), чтобы избежать неопределённого поведения.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Для адресной арифметики и битовых операций с указателями необходимо использовать тип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uintptr_t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(беззнаковый целочисленный тип, способный хранить указатель).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Приведение 64-битного указателя к 32-битному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приводит к потере данных и ошибкам.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Сдвиг более чем на размер типа (в битах) — неопределённое или нежелательное действие, его нужно исключать.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4. Проблемы с приводом указателей к целочисленным типам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Неправильное приведение указателей к типам меньшего размера (например, к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может формально работать, если адреса расположены в младших 4 ГБ, но будет неустойчиво и некорректно при расширении адресного пространства.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Рационально использовать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intptr_t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uintptr_t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для хранения адресов или работы с адресной арифметикой.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</a:t>
            </a:r>
            <a:endParaRPr/>
          </a:p>
        </p:txBody>
      </p:sp>
      <p:sp>
        <p:nvSpPr>
          <p:cNvPr id="331" name="Google Shape;331;p4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5. Повышение производительности при правильном типизировании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Использование соответствующих типов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ptrdiff_t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не только безопаснее, но иногда и даёт прирост производительности (~10%) на 64-битных системах, т.к. компилятор генерирует более оптимальный код.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</a:t>
            </a:r>
            <a:endParaRPr/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75" y="1256250"/>
            <a:ext cx="717232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Расширения SIMD</a:t>
            </a:r>
            <a:endParaRPr/>
          </a:p>
        </p:txBody>
      </p:sp>
      <p:sp>
        <p:nvSpPr>
          <p:cNvPr id="344" name="Google Shape;344;p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Расширения SIMD (Single Instruction, Multiple Data) — это набор аппаратных инструкций и регистров в современных 64-битных процессорах, предназначенных для параллельной обработки нескольких однотипных данных за одну операцию. Они значительно ускоряют вычисления в задачах обработки мультимедиа, научных расчетах, криптографии, работе с большими массивами данных и прочих областях.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Расширения SIMD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Типы SIMD-расширений и регистры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MMX — первые SIMD-инструкции для целочисленных данных с 64-битными регистрами.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SSE (Streaming SIMD Extensions) — существенное расширение с 128-битными регистрами XMM0-XMM15 (в 64-битных процессорах), которые могут содержать: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4 значения с плавающей точкой одинарной точности (32 бита)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2 значения с плавающей точкой двойной точности (64 бита)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упаковки целочисленных данных (например, 16 байтовых чисел)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SSE2, SSE3, SSE4 — расширения с дополнительными инструкциями для более эффективной работы с различными типами чисел.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AVX (Advanced Vector Extensions) — еще более продвинутые 256-битные регистры YMM, способные обрабатывать больше данных за операцию, повышая производительность.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современных 64-битных CPU регистров SIMD может быть 16 и более (XMM0-XMM15, YMM0-YMM15), что расширяет параллелизм.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56" name="Google Shape;356;p48"/>
          <p:cNvSpPr txBox="1"/>
          <p:nvPr>
            <p:ph idx="1" type="body"/>
          </p:nvPr>
        </p:nvSpPr>
        <p:spPr>
          <a:xfrm>
            <a:off x="1297500" y="1195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Разработка 64-битных приложений требует: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Осознания и правильного использования новых соглашений о вызовах;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Внимательного отношения к типам данных и размерам, особенно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указателей;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Использования специальных целочисленных типов для работы с указателями и арифметикой;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Понимания ограничений архитектуры и ABI, невозможности простого переключения на старые соглашения вроде cdecl;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Активного применения оптимизаций — расширенных регистров, SIMD-инструкций;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Внимательного тестирования и адаптации к новым особенностям.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